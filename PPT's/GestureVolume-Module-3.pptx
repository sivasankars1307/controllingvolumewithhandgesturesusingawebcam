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BACB2-A525-42AB-A38B-7A18E592C4F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0A2C-6810-4713-8741-A5C460860A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BACB2-A525-42AB-A38B-7A18E592C4F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0A2C-6810-4713-8741-A5C460860A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BACB2-A525-42AB-A38B-7A18E592C4F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0A2C-6810-4713-8741-A5C460860A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BACB2-A525-42AB-A38B-7A18E592C4F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0A2C-6810-4713-8741-A5C460860A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BACB2-A525-42AB-A38B-7A18E592C4F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0A2C-6810-4713-8741-A5C460860A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BACB2-A525-42AB-A38B-7A18E592C4F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0A2C-6810-4713-8741-A5C460860A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BACB2-A525-42AB-A38B-7A18E592C4F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0A2C-6810-4713-8741-A5C460860A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BACB2-A525-42AB-A38B-7A18E592C4F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0A2C-6810-4713-8741-A5C460860A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BACB2-A525-42AB-A38B-7A18E592C4F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0A2C-6810-4713-8741-A5C460860A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BACB2-A525-42AB-A38B-7A18E592C4F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0A2C-6810-4713-8741-A5C460860A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BACB2-A525-42AB-A38B-7A18E592C4F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0A2C-6810-4713-8741-A5C460860A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BACB2-A525-42AB-A38B-7A18E592C4FD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D0A2C-6810-4713-8741-A5C460860A1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4705"/>
            <a:ext cx="7772400" cy="165618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Controlling Volume with Hand Gestures using a</a:t>
            </a:r>
            <a:br>
              <a:rPr lang="en-US" dirty="0" smtClean="0"/>
            </a:br>
            <a:r>
              <a:rPr lang="en-US" dirty="0" smtClean="0"/>
              <a:t>Webcam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b="1" dirty="0" smtClean="0">
                <a:solidFill>
                  <a:schemeClr val="tx1"/>
                </a:solidFill>
              </a:rPr>
              <a:t>Milestone 3:</a:t>
            </a:r>
            <a:r>
              <a:rPr lang="en-US" b="1" dirty="0" smtClean="0">
                <a:solidFill>
                  <a:schemeClr val="tx1"/>
                </a:solidFill>
                <a:sym typeface="Wingdings" panose="05000000000000000000" pitchFamily="2" charset="2"/>
              </a:rPr>
              <a:t>(</a:t>
            </a:r>
            <a:r>
              <a:rPr lang="en-US" b="1" dirty="0" smtClean="0">
                <a:solidFill>
                  <a:schemeClr val="tx1"/>
                </a:solidFill>
              </a:rPr>
              <a:t>Weeks 5–6)</a:t>
            </a:r>
          </a:p>
          <a:p>
            <a:endParaRPr lang="en-US" dirty="0"/>
          </a:p>
        </p:txBody>
      </p:sp>
      <p:pic>
        <p:nvPicPr>
          <p:cNvPr id="4" name="Picture 3" descr="C:\Users\user\OneDrive\Pictures\Saved Pictures\springB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2348880"/>
            <a:ext cx="6553200" cy="20272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 smtClean="0"/>
              <a:t>Volume Mapping and Control Module</a:t>
            </a:r>
            <a:br>
              <a:rPr lang="en-US" b="1" u="sng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Controls microphone volume</a:t>
            </a:r>
            <a:r>
              <a:rPr lang="en-US" dirty="0" smtClean="0"/>
              <a:t> using keyboard shortcuts or GUI buttons</a:t>
            </a:r>
            <a:endParaRPr lang="en-US" dirty="0"/>
          </a:p>
          <a:p>
            <a:r>
              <a:rPr lang="en-US" b="1" dirty="0" smtClean="0"/>
              <a:t>Real-time volume display</a:t>
            </a:r>
            <a:r>
              <a:rPr lang="en-US" dirty="0" smtClean="0"/>
              <a:t> with visual indicators</a:t>
            </a:r>
            <a:endParaRPr lang="en-US" dirty="0"/>
          </a:p>
          <a:p>
            <a:r>
              <a:rPr lang="en-US" dirty="0" smtClean="0"/>
              <a:t> </a:t>
            </a:r>
            <a:r>
              <a:rPr lang="en-US" b="1" dirty="0" smtClean="0"/>
              <a:t>Global hotkeys</a:t>
            </a:r>
            <a:r>
              <a:rPr lang="en-US" dirty="0" smtClean="0"/>
              <a:t> work from any application</a:t>
            </a:r>
          </a:p>
          <a:p>
            <a:r>
              <a:rPr lang="en-US" b="1" dirty="0" smtClean="0"/>
              <a:t>Mute/</a:t>
            </a:r>
            <a:r>
              <a:rPr lang="en-US" b="1" dirty="0" err="1" smtClean="0"/>
              <a:t>Unmute</a:t>
            </a:r>
            <a:r>
              <a:rPr lang="en-US" b="1" dirty="0" smtClean="0"/>
              <a:t> toggle</a:t>
            </a:r>
            <a:r>
              <a:rPr lang="en-US" dirty="0" smtClean="0"/>
              <a:t> with visual feedback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Technology Stack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Python 3.x </a:t>
            </a:r>
            <a:r>
              <a:rPr lang="en-US" dirty="0" smtClean="0"/>
              <a:t>Programming</a:t>
            </a:r>
          </a:p>
          <a:p>
            <a:r>
              <a:rPr lang="en-US" b="1" dirty="0" err="1" smtClean="0"/>
              <a:t>tkinter</a:t>
            </a:r>
            <a:r>
              <a:rPr lang="en-US" b="1" dirty="0" smtClean="0"/>
              <a:t> </a:t>
            </a:r>
            <a:r>
              <a:rPr lang="en-US" dirty="0" smtClean="0"/>
              <a:t>GUI </a:t>
            </a:r>
            <a:r>
              <a:rPr lang="en-US" dirty="0" err="1" smtClean="0"/>
              <a:t>FrameworkBuilt</a:t>
            </a:r>
            <a:r>
              <a:rPr lang="en-US" dirty="0" smtClean="0"/>
              <a:t>-in</a:t>
            </a:r>
          </a:p>
          <a:p>
            <a:r>
              <a:rPr lang="en-US" b="1" dirty="0" err="1" smtClean="0"/>
              <a:t>pycaw</a:t>
            </a:r>
            <a:r>
              <a:rPr lang="en-US" b="1" dirty="0" smtClean="0"/>
              <a:t>  </a:t>
            </a:r>
            <a:r>
              <a:rPr lang="en-US" dirty="0" smtClean="0"/>
              <a:t>Audio </a:t>
            </a:r>
            <a:r>
              <a:rPr lang="en-US" dirty="0" err="1" smtClean="0"/>
              <a:t>ControlWindows</a:t>
            </a:r>
            <a:r>
              <a:rPr lang="en-US" dirty="0" smtClean="0"/>
              <a:t> Core Audio API wrapper</a:t>
            </a:r>
          </a:p>
          <a:p>
            <a:r>
              <a:rPr lang="en-US" b="1" dirty="0" err="1" smtClean="0"/>
              <a:t>comtypes</a:t>
            </a:r>
            <a:r>
              <a:rPr lang="en-US" b="1" dirty="0" smtClean="0"/>
              <a:t>  </a:t>
            </a:r>
            <a:r>
              <a:rPr lang="en-US" dirty="0" smtClean="0"/>
              <a:t>COM </a:t>
            </a:r>
            <a:r>
              <a:rPr lang="en-US" dirty="0" err="1" smtClean="0"/>
              <a:t>InterfaceAccess</a:t>
            </a:r>
            <a:r>
              <a:rPr lang="en-US" dirty="0" smtClean="0"/>
              <a:t> Windows system APIs</a:t>
            </a:r>
          </a:p>
          <a:p>
            <a:r>
              <a:rPr lang="en-US" b="1" dirty="0" smtClean="0"/>
              <a:t>Keyboard </a:t>
            </a:r>
            <a:r>
              <a:rPr lang="en-US" dirty="0" smtClean="0"/>
              <a:t>Hotkey </a:t>
            </a:r>
            <a:r>
              <a:rPr lang="en-US" dirty="0" err="1" smtClean="0"/>
              <a:t>DetectionGlobal</a:t>
            </a:r>
            <a:r>
              <a:rPr lang="en-US" dirty="0" smtClean="0"/>
              <a:t> keyboard shortcuts</a:t>
            </a:r>
          </a:p>
          <a:p>
            <a:r>
              <a:rPr lang="en-US" b="1" dirty="0" smtClean="0"/>
              <a:t>Threading </a:t>
            </a:r>
            <a:r>
              <a:rPr lang="en-US" dirty="0" err="1" smtClean="0"/>
              <a:t>ConcurrencyNon</a:t>
            </a:r>
            <a:r>
              <a:rPr lang="en-US" dirty="0" smtClean="0"/>
              <a:t>-blocking </a:t>
            </a:r>
            <a:r>
              <a:rPr lang="en-US" dirty="0" err="1" smtClean="0"/>
              <a:t>Jupyter</a:t>
            </a:r>
            <a:r>
              <a:rPr lang="en-US" dirty="0" smtClean="0"/>
              <a:t> execution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 smtClean="0"/>
              <a:t>Device Enumerator</a:t>
            </a:r>
            <a:br>
              <a:rPr lang="en-US" u="sng" dirty="0" smtClean="0"/>
            </a:br>
            <a:r>
              <a:rPr lang="en-US" u="sng" dirty="0" smtClean="0"/>
              <a:t> (Finds audio devices)</a:t>
            </a:r>
            <a:endParaRPr lang="en-US" u="sng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1412777"/>
            <a:ext cx="8856984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717032"/>
            <a:ext cx="9144000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Getting Default Microphone</a:t>
            </a:r>
            <a:endParaRPr lang="en-US" u="sng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700809"/>
            <a:ext cx="8784975" cy="2857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err="1" smtClean="0"/>
              <a:t>Explaination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Program </a:t>
            </a:r>
            <a:r>
              <a:rPr lang="en-US" dirty="0" err="1" smtClean="0"/>
              <a:t>explaination</a:t>
            </a:r>
            <a:r>
              <a:rPr lang="en-US" dirty="0" smtClean="0"/>
              <a:t>: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GUI Workout:</a:t>
            </a:r>
            <a:endParaRPr lang="en-US" b="1" u="sng" dirty="0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412776"/>
            <a:ext cx="7344816" cy="5328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Implementation:</a:t>
            </a:r>
            <a:endParaRPr lang="en-US" b="1" u="sng" dirty="0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556792"/>
            <a:ext cx="4221158" cy="489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1484784"/>
            <a:ext cx="4362450" cy="506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>
              <a:buNone/>
            </a:pPr>
            <a:endParaRPr lang="en-US" b="1" dirty="0"/>
          </a:p>
          <a:p>
            <a:pPr algn="ctr">
              <a:buNone/>
            </a:pPr>
            <a:r>
              <a:rPr lang="en-US" b="1" dirty="0" smtClean="0"/>
              <a:t>Thank you</a:t>
            </a:r>
            <a:endParaRPr 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92</Words>
  <Application>Microsoft Office PowerPoint</Application>
  <PresentationFormat>On-screen Show (4:3)</PresentationFormat>
  <Paragraphs>26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Controlling Volume with Hand Gestures using a Webcam </vt:lpstr>
      <vt:lpstr>Volume Mapping and Control Module </vt:lpstr>
      <vt:lpstr>Technology Stack</vt:lpstr>
      <vt:lpstr>Device Enumerator  (Finds audio devices)</vt:lpstr>
      <vt:lpstr>Getting Default Microphone</vt:lpstr>
      <vt:lpstr>Explaination</vt:lpstr>
      <vt:lpstr>GUI Workout:</vt:lpstr>
      <vt:lpstr>Implementation:</vt:lpstr>
      <vt:lpstr>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Controlling Volume with Hand Gestures using a Webcam</dc:title>
  <dc:creator>user</dc:creator>
  <cp:lastModifiedBy>user</cp:lastModifiedBy>
  <cp:revision>4</cp:revision>
  <dcterms:created xsi:type="dcterms:W3CDTF">2025-11-22T06:07:54Z</dcterms:created>
  <dcterms:modified xsi:type="dcterms:W3CDTF">2025-11-22T06:41:51Z</dcterms:modified>
</cp:coreProperties>
</file>